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qoo_phone_ai_17886848555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121889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45752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7200">
                <a:solidFill>
                  <a:srgbClr val="38BDF8"/>
                </a:solidFill>
                <a:latin typeface="Century Gothic"/>
              </a:defRPr>
            </a:pPr>
            <a:r>
              <a:t>ASTra</a:t>
            </a:r>
          </a:p>
          <a:p>
            <a:pPr algn="ctr">
              <a:defRPr b="1" sz="3600">
                <a:solidFill>
                  <a:srgbClr val="F8FAFC"/>
                </a:solidFill>
                <a:latin typeface="Century Gothic"/>
              </a:defRPr>
            </a:pPr>
            <a:r>
              <a:t>The Phone-First Firewall for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EC4899"/>
                </a:solidFill>
              </a:defRPr>
            </a:pPr>
            <a:r>
              <a:t>Track 06: Developer Tools  |  iQOO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38BDF8"/>
                </a:solidFill>
                <a:latin typeface="Century Gothic"/>
              </a:defRPr>
            </a:pPr>
            <a:r>
              <a:t>The Problem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Autonomous AI coding agents are dangerous without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5720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EC4899"/>
                </a:solidFill>
              </a:defRPr>
            </a:pPr>
            <a:r>
              <a:t>Context Blindness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Feeding an entire 2,000-line file to an AI to review a 3-line change overwhelms the model, leading to hallucinations and bad code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45720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EF4444"/>
                </a:solidFill>
              </a:defRPr>
            </a:pPr>
            <a:r>
              <a:t>Unsafe Execution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Allowing autonomous agents to execute shell commands directly on a host machine is extremely dangerous.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Example: Executing 'rm -rf' or dropping a production database by mistake.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38BDF8"/>
                </a:solidFill>
                <a:latin typeface="Century Gothic"/>
              </a:defRPr>
            </a:pPr>
            <a:r>
              <a:t>The Solution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Edge-Native Zero-Trust Execution</a:t>
            </a:r>
          </a:p>
        </p:txBody>
      </p:sp>
      <p:pic>
        <p:nvPicPr>
          <p:cNvPr id="4" name="Picture 3" descr="cyber_firewall_17886849115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0"/>
            <a:ext cx="12188952" cy="68031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2286000"/>
            <a:ext cx="10058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692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38BDF8"/>
                </a:solidFill>
              </a:defRPr>
            </a:pPr>
            <a:r>
              <a:t>ASTra: The Execution Firewall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• We decoupled the generation from the execution.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• We built a firewall that grades AI intents into 3 Risk Tiers before they ever touch the terminal.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• Instead of relying on the cloud, ASTra places the security evaluation natively on the iQOO smartphone.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• This creates absolute privacy, zero-latency, and an unhackable hardware security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38BDF8"/>
                </a:solidFill>
                <a:latin typeface="Century Gothic"/>
              </a:defRPr>
            </a:pPr>
            <a:r>
              <a:t>Phone-First Architecture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Orchestrating the Laptop and the iQOO device.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F8FAFC"/>
                </a:solidFill>
              </a:defRPr>
            </a:pPr>
            <a:r>
              <a:t>1. The Laptop (Green Light)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The developer works on the laptop.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When AI proposes code execution, the local terminal pauses and intercepts the command.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EC4899"/>
                </a:solidFill>
              </a:defRPr>
            </a:pPr>
            <a:r>
              <a:t>2. Office Kit Bridge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The proposed command and the relevant code slice are beamed seamlessly to the iQOO device via iQOO Office Kit.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38BDF8"/>
                </a:solidFill>
              </a:defRPr>
            </a:pPr>
            <a:r>
              <a:t>3. Snapdragon NPU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The iQOO phone acts as the physical security brain.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A local open-source LLM evaluates the threat level completely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38BDF8"/>
                </a:solidFill>
                <a:latin typeface="Century Gothic"/>
              </a:defRPr>
            </a:pPr>
            <a:r>
              <a:t>Creative Phone Use for Security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Dynamic Threat Mitigation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22C55E"/>
                </a:solidFill>
              </a:defRPr>
            </a:pPr>
            <a:r>
              <a:t>TIER 1 (SAFE)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Read-only commands (e.g., 'echo', 'ls').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Executed automatically inside the Docker sandbox.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Zero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00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EAB308"/>
                </a:solidFill>
              </a:defRPr>
            </a:pPr>
            <a:r>
              <a:t>TIER 2 (WRITE)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Non-destructive writes (e.g., 'touch').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Executed in an isolated Docker container to prevent host contamination.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00400" cy="3657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201168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EF4444"/>
                </a:solidFill>
              </a:defRPr>
            </a:pPr>
            <a:r>
              <a:t>TIER 3 (DESTRUCTIVE)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High-risk (e.g., 'rm -rf').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HARD-BLOCKED.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Triggers physical alert on iQOO screen.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Requires VOICE APPROVAL into the phone microphone to unlock.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38BDF8"/>
                </a:solidFill>
                <a:latin typeface="Century Gothic"/>
              </a:defRPr>
            </a:pPr>
            <a:r>
              <a:t>Deep Technical Infrastructure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Built for the 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692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38BDF8"/>
                </a:solidFill>
              </a:defRPr>
            </a:pPr>
            <a:r>
              <a:t>AST Slicing (Tree-Sitter)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Surgical Abstract Syntax Tree code extraction to save NPU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10058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692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EC4899"/>
                </a:solidFill>
              </a:defRPr>
            </a:pPr>
            <a:r>
              <a:t>Local RAG (ChromaDB / SQLite)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Semantic indexing system for offline project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10058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692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22C55E"/>
                </a:solidFill>
              </a:defRPr>
            </a:pPr>
            <a:r>
              <a:t>Sandbox Executor (Docker)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Ephemeral containers ensure malicious code never touches the host.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100584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969264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EAB308"/>
                </a:solidFill>
              </a:defRPr>
            </a:pPr>
            <a:r>
              <a:t>CI/CD Webhook (FastAPI)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Automated server to intercept GitHub Pull Requests.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400">
                <a:solidFill>
                  <a:srgbClr val="38BDF8"/>
                </a:solidFill>
                <a:latin typeface="Century Gothic"/>
              </a:defRPr>
            </a:pPr>
            <a:r>
              <a:t>Why ASTra Wins</a:t>
            </a:r>
          </a:p>
          <a:p>
            <a:pPr>
              <a:defRPr sz="2000">
                <a:solidFill>
                  <a:srgbClr val="94A3B8"/>
                </a:solidFill>
                <a:latin typeface="Century Gothic"/>
              </a:defRPr>
            </a:pPr>
            <a:r>
              <a:t>Protecting the Future of Enterprise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011680"/>
            <a:ext cx="8778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400">
                <a:solidFill>
                  <a:srgbClr val="38BDF8"/>
                </a:solidFill>
              </a:defRPr>
            </a:pPr>
            <a:r>
              <a:t>Ready for the 30-Hour Battle.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✓ 100% Offline &amp; Private (Protects enterprise IP)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✓ Deep utilization of Snapdragon NPU &amp; Office Kit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✓ Fully functioning 11-commit prototype repository ready to demo.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